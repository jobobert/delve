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79" d="100"/>
          <a:sy n="79" d="100"/>
        </p:scale>
        <p:origin x="288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41D4-4B68-752E-6FE5-2205CC8D7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73E1E-18CB-688C-C636-90CAD76E7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EF8D8-93BA-44C3-50FB-A1573C185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AC2EE-E614-1F3A-5095-67E0CAF9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043FF-8379-7D0E-C339-893439C6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5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4807-11A3-235E-D7A2-3486E6FE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0A946-E765-1B8D-6380-942496A58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A930F-5766-9D39-54E9-1EFD24DAC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12ED5-4CED-7B31-9ADF-8F71E5590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EFF50-C873-2558-4E32-0F8DC984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5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928F-E483-7F72-E93C-6D78CEF9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2CFEC-4DE7-7379-0DE8-AA20D9277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E164C-C9AD-A1ED-7AC1-3DFF35F9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A3258-8753-7B36-8AF6-1E215080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84FDB-8A9D-D41C-1C3C-B91C1121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1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F0B1D-E39F-EE05-BEAA-EE73CDC8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A4578-00BE-4083-5480-A8F2A5D41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C04E8-76C6-9A21-28DA-7CC7A3620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02C0E-533C-83E9-2E17-640814D8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BB883-B2A5-A951-5091-831182AA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72A88-BE40-7ED0-20E2-040F5889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6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DE3E-C980-A34D-BEA0-CDDBF988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559DC-F490-1035-7C03-E7A063351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CDA61-10B7-3AB7-4714-074C1E3BD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A261D-4717-8C9C-4749-99AB32C96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1A518-8616-66C9-6E1C-7A4756088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B96C77-1B71-8F4A-C27E-E1DB3F7D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A7E0A-6194-851A-0716-419895A1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94B3A-165F-2656-1562-985E4F1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04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8737-9B48-27FE-288F-BBE1BFAD6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8982A-EDFE-AE7C-5AC6-5489D7C9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DCDF9-22D4-0829-1A15-8F10A668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CB1B6-E746-FB50-4908-7134FBC3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63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EAFA4-8D68-F053-B9DB-001D6A994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31275-6A66-A3DD-D55D-0BC5FF186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4D6EA-9241-67CE-9704-21F00107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2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FFE7-4A08-75C1-38A0-D2030761F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5AE04-91A1-6E5E-921C-F2CB35565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A374C-765D-B5D1-E638-20A5A14AF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999CB-8A01-4118-DCBF-CB81C533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30FEC-6E93-778D-CF78-8DCF8F3D9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7A762-1D8A-4644-FE0F-2EB1AC2C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9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32048-5FC5-8E59-E424-EA9084418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FB1D8-C9CE-3F7C-3753-1068AB051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A1C97-2D65-966E-8986-28E95000F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34942-A8EF-8886-778D-0CEF2B62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9BD2E-1622-5AFD-404B-52B61663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8B2F6-8E9C-E693-9F11-6281280D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DA3C-0769-5211-8761-1E812C40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518B2-D003-309C-26A1-F97D1EE21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F00A5-16D4-78BE-549B-D9F5F40D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0D513-B310-C649-E8A2-019A8138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11A9F-3066-70EE-759D-404B6C16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9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DD128F-BFAB-B89E-BE13-4532B8443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C3FA2-714E-77F5-D35E-EA4634E3D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04A1E-1284-7810-4EE1-34ABF1F9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44030-DB8B-0CA8-3CBA-49C3754D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AFED3-E542-E594-9B9D-FBC85733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56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CF116-C569-C97D-696F-CD93EAB0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C012C-C258-3ACA-C123-7847F137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16396-3994-C0DC-0F77-73ACD6EE0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F9835-E45B-4D7C-9917-194C00BD70E1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6CC56-037A-EF2E-169F-9FD0FFAD2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C7EC6-A13A-BF8D-1135-9A1A88071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7F898-CE3A-429B-BEAC-EC1334B5D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9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592D-056B-7CE6-08B3-4FD1472BA2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World Creation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2B5D2-5DE7-F760-128E-234AA9DAD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Delve</a:t>
            </a:r>
          </a:p>
        </p:txBody>
      </p:sp>
    </p:spTree>
    <p:extLst>
      <p:ext uri="{BB962C8B-B14F-4D97-AF65-F5344CB8AC3E}">
        <p14:creationId xmlns:p14="http://schemas.microsoft.com/office/powerpoint/2010/main" val="227753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B1ED5-5AA2-6DB5-95DD-D8730133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0F7E3-26C9-4361-9DC4-A27672CB7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UI for creating the TOML files necessary to create a fully function world</a:t>
            </a:r>
          </a:p>
          <a:p>
            <a:r>
              <a:rPr lang="en-US" dirty="0"/>
              <a:t>Integrated with tools/validate.py</a:t>
            </a:r>
          </a:p>
          <a:p>
            <a:r>
              <a:rPr lang="en-US" dirty="0"/>
              <a:t>UI has 2 panels</a:t>
            </a:r>
          </a:p>
          <a:p>
            <a:pPr lvl="1"/>
            <a:r>
              <a:rPr lang="en-US" dirty="0"/>
              <a:t>The left is the content tree: world -&gt; zone -&gt; room -&gt; content, organized by type</a:t>
            </a:r>
          </a:p>
          <a:p>
            <a:pPr lvl="1"/>
            <a:r>
              <a:rPr lang="en-US" dirty="0"/>
              <a:t>The main is the primary panel where the selected object’s properties are edited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838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53BD2-F409-CF5C-0B57-D99AD507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267D-A04A-E74B-EEB0-B0DC38B7E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</a:t>
            </a:r>
          </a:p>
          <a:p>
            <a:pPr lvl="1"/>
            <a:r>
              <a:rPr lang="en-US" dirty="0"/>
              <a:t>Tags</a:t>
            </a:r>
          </a:p>
          <a:p>
            <a:pPr lvl="1"/>
            <a:r>
              <a:rPr lang="en-US" dirty="0"/>
              <a:t>Skills</a:t>
            </a:r>
          </a:p>
          <a:p>
            <a:pPr lvl="1"/>
            <a:r>
              <a:rPr lang="en-US" dirty="0"/>
              <a:t>Slots</a:t>
            </a:r>
          </a:p>
          <a:p>
            <a:r>
              <a:rPr lang="en-US" dirty="0" err="1"/>
              <a:t>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034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B734-54F3-B707-EA01-228348EA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Rooms - Fields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263F7A-69C1-0338-EABA-B6903C2A92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34841"/>
              </p:ext>
            </p:extLst>
          </p:nvPr>
        </p:nvGraphicFramePr>
        <p:xfrm>
          <a:off x="838200" y="1825625"/>
          <a:ext cx="10515600" cy="8925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21568">
                  <a:extLst>
                    <a:ext uri="{9D8B030D-6E8A-4147-A177-3AD203B41FA5}">
                      <a16:colId xmlns:a16="http://schemas.microsoft.com/office/drawing/2014/main" val="1604262370"/>
                    </a:ext>
                  </a:extLst>
                </a:gridCol>
                <a:gridCol w="1792706">
                  <a:extLst>
                    <a:ext uri="{9D8B030D-6E8A-4147-A177-3AD203B41FA5}">
                      <a16:colId xmlns:a16="http://schemas.microsoft.com/office/drawing/2014/main" val="929345815"/>
                    </a:ext>
                  </a:extLst>
                </a:gridCol>
                <a:gridCol w="6601326">
                  <a:extLst>
                    <a:ext uri="{9D8B030D-6E8A-4147-A177-3AD203B41FA5}">
                      <a16:colId xmlns:a16="http://schemas.microsoft.com/office/drawing/2014/main" val="2476448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1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Autogenerated by Name, but overwritable</a:t>
                      </a:r>
                    </a:p>
                    <a:p>
                      <a:r>
                        <a:rPr lang="en-US" dirty="0"/>
                        <a:t>Error on UI if ID is duplicated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76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85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929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desc_long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850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exits popup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445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Drag from content tree, or create new, or type id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Uses item popup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656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Added from world-defined list of tags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Adding a new tag adds to world-defined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062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spawns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Drag from content tree, or create new, or type id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Uses spawn popup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562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1 room per zone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1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on_enter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script popup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278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heal_rate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17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hazard_damage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29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hazard_message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379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hazard_exempt_flag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Added from world-defined list of tags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Adding a new tag adds to world-defined list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577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admin_comment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927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53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BEEAE-9342-BD08-41FE-494D9F6F2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94D7-05F4-F78B-80BB-CF72BF72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Exits - Fields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EE64D7-2914-0085-EF09-F4659664A4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688160"/>
              </p:ext>
            </p:extLst>
          </p:nvPr>
        </p:nvGraphicFramePr>
        <p:xfrm>
          <a:off x="838200" y="1825625"/>
          <a:ext cx="10515600" cy="4226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042623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93458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76448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19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(not a direct field)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dirty="0"/>
                        <a:t>Text with autocomplete from other directions and freeform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76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Drag from content tree, or create new, or type 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85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929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lock_tag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Creates/adds to a world-wide list of lock tags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850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show_if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condition popup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445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on_*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script popup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656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489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90ED-437C-2453-98EE-ABD762E7E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Objects are Equivalent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4ED02-DFEF-8539-345B-AD46C55AE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50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13B73-3F7B-78F5-2110-6AE910F5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and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CC56-36CD-8914-98BE-19C84BE4D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Select Op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Appropriate Options selectable via dropdown/input/checkbox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Including pass/fail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as necessary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 &gt; Field &gt; Field</a:t>
            </a:r>
          </a:p>
          <a:p>
            <a:pPr marL="0" indent="0">
              <a:buNone/>
            </a:pPr>
            <a:r>
              <a:rPr lang="en-US" dirty="0"/>
              <a:t>    then &gt; Field &gt; Field</a:t>
            </a:r>
          </a:p>
          <a:p>
            <a:pPr marL="0" indent="0">
              <a:buNone/>
            </a:pPr>
            <a:r>
              <a:rPr lang="en-US" dirty="0"/>
              <a:t>    else &gt; Field &gt; Field</a:t>
            </a:r>
          </a:p>
        </p:txBody>
      </p:sp>
    </p:spTree>
    <p:extLst>
      <p:ext uri="{BB962C8B-B14F-4D97-AF65-F5344CB8AC3E}">
        <p14:creationId xmlns:p14="http://schemas.microsoft.com/office/powerpoint/2010/main" val="3160485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D7B5-2198-0EA4-5E0D-DE11A2580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65B66-ED78-201C-BA39-D72D110CC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“custom” field will render as appropriate for the content</a:t>
            </a:r>
          </a:p>
          <a:p>
            <a:r>
              <a:rPr lang="en-US" dirty="0"/>
              <a:t>Some parts may be hidden by default</a:t>
            </a:r>
          </a:p>
          <a:p>
            <a:r>
              <a:rPr lang="en-US" dirty="0"/>
              <a:t>Most custom fields have ability to add/remove/</a:t>
            </a:r>
            <a:r>
              <a:rPr lang="en-US"/>
              <a:t>modify entries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7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347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World Creation Tool</vt:lpstr>
      <vt:lpstr>Front Matter</vt:lpstr>
      <vt:lpstr>World</vt:lpstr>
      <vt:lpstr>Rooms - Fields</vt:lpstr>
      <vt:lpstr>Exits - Fields</vt:lpstr>
      <vt:lpstr>Remaining Objects are Equivalent</vt:lpstr>
      <vt:lpstr>Conditions and Scripts</vt:lpstr>
      <vt:lpstr>Custom Fields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Evans</dc:creator>
  <cp:lastModifiedBy>Nathan Evans</cp:lastModifiedBy>
  <cp:revision>3</cp:revision>
  <dcterms:created xsi:type="dcterms:W3CDTF">2026-03-02T00:31:19Z</dcterms:created>
  <dcterms:modified xsi:type="dcterms:W3CDTF">2026-03-02T02:09:03Z</dcterms:modified>
</cp:coreProperties>
</file>